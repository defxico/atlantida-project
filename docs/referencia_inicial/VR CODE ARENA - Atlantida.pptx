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506793-3A12-E390-2955-992792E100B6}" v="3" dt="2026-09-29T22:37:00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6506793-3A12-E390-2955-992792E100B6}"/>
    <pc:docChg chg="modSld">
      <pc:chgData name="" userId="" providerId="" clId="Web-{D6506793-3A12-E390-2955-992792E100B6}" dt="2026-09-29T22:36:48.269" v="0" actId="20577"/>
      <pc:docMkLst>
        <pc:docMk/>
      </pc:docMkLst>
      <pc:sldChg chg="modSp">
        <pc:chgData name="" userId="" providerId="" clId="Web-{D6506793-3A12-E390-2955-992792E100B6}" dt="2026-09-29T22:36:48.269" v="0" actId="20577"/>
        <pc:sldMkLst>
          <pc:docMk/>
          <pc:sldMk cId="0" sldId="267"/>
        </pc:sldMkLst>
        <pc:spChg chg="mod">
          <ac:chgData name="" userId="" providerId="" clId="Web-{D6506793-3A12-E390-2955-992792E100B6}" dt="2026-09-29T22:36:48.269" v="0" actId="20577"/>
          <ac:spMkLst>
            <pc:docMk/>
            <pc:sldMk cId="0" sldId="267"/>
            <ac:spMk id="23" creationId="{0F60600D-0DD9-CF90-D9FF-E35E38BE74A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21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365760"/>
            <a:ext cx="3840480" cy="3840480"/>
          </a:xfrm>
          <a:prstGeom prst="ellipse">
            <a:avLst/>
          </a:prstGeom>
          <a:solidFill>
            <a:srgbClr val="0E8C99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949440" y="3108960"/>
            <a:ext cx="1463040" cy="1463040"/>
          </a:xfrm>
          <a:prstGeom prst="ellipse">
            <a:avLst/>
          </a:prstGeom>
          <a:solidFill>
            <a:srgbClr val="3FD8C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212080" y="3566160"/>
            <a:ext cx="548640" cy="548640"/>
          </a:xfrm>
          <a:prstGeom prst="ellipse">
            <a:avLst/>
          </a:prstGeom>
          <a:solidFill>
            <a:srgbClr val="3FD8CF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035040" y="2834640"/>
            <a:ext cx="274320" cy="274320"/>
          </a:xfrm>
          <a:prstGeom prst="ellipse">
            <a:avLst/>
          </a:prstGeom>
          <a:solidFill>
            <a:srgbClr val="3FD8CF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138160" y="274320"/>
            <a:ext cx="411480" cy="411480"/>
          </a:xfrm>
          <a:prstGeom prst="ellipse">
            <a:avLst/>
          </a:prstGeom>
          <a:solidFill>
            <a:srgbClr val="3FD8CF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CODE ARENA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ATLÄNTIDA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1: Portal Base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portal para conectar as pessoas de uma cidade no fundo do 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EVENTO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a VR CODE ARENA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espaço em que os times mostram, ao vivo e nos telões, o que são capazes de construir. O público acompanha tudo de perto: conhece os projetos, vê o código sendo escrito em tempo real e, no final, vota na melhor solução.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chegar lá, cada time precisa construir antes a base do seu projeto. Essa é a Fase 1: o Portal Base que será apresentado no dia.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20640" y="1417320"/>
            <a:ext cx="3474720" cy="841248"/>
          </a:xfrm>
          <a:prstGeom prst="roundRect">
            <a:avLst>
              <a:gd name="adj" fmla="val 1304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285232" y="1545336"/>
            <a:ext cx="585216" cy="585216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388" y="1697492"/>
            <a:ext cx="280904" cy="2809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15453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 nos telões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847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portais exibidos para todo o público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20640" y="2441448"/>
            <a:ext cx="3474720" cy="841248"/>
          </a:xfrm>
          <a:prstGeom prst="roundRect">
            <a:avLst>
              <a:gd name="adj" fmla="val 1304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285232" y="2569464"/>
            <a:ext cx="585216" cy="585216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388" y="2721620"/>
            <a:ext cx="280904" cy="2809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35040" y="2569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em tempo real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28712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público vê a solução nascer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120640" y="3465576"/>
            <a:ext cx="3474720" cy="841248"/>
          </a:xfrm>
          <a:prstGeom prst="roundRect">
            <a:avLst>
              <a:gd name="adj" fmla="val 1304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5285232" y="3593592"/>
            <a:ext cx="585216" cy="585216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388" y="3745748"/>
            <a:ext cx="280904" cy="2809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35040" y="3593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 do público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035040" y="38953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definido por QR Code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portal para conectar pessoas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 site institucional comum. O papel do portal é mediar as relações humanas em um mundo submerso. É por ele que os habitantes: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2331720"/>
            <a:ext cx="640080" cy="64008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21" y="2498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conhecem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24328" y="2148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218688" y="2331720"/>
            <a:ext cx="640080" cy="64008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109" y="24981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15768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comunicam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00016" y="2148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5294376" y="2331720"/>
            <a:ext cx="640080" cy="64008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797" y="24981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91456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Pedem e oferecem ajuda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775704" y="2148840"/>
            <a:ext cx="1828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7370064" y="2331720"/>
            <a:ext cx="640080" cy="64008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6485" y="249814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67144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organizam como comunidade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times trabalham no mesmo universo, mas cada um cria o seu próprio portal. </a:t>
            </a:r>
            <a:r>
              <a:rPr lang="en-US" sz="1400" b="1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estrutura é comum, as ideias são de vocês.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0E8C99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463040" y="4297680"/>
            <a:ext cx="457200" cy="45720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UNIVERSO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ATLÄNTIDA, a Cidade Submersa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F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cidade inteira existe no fundo do mar. Seus habitantes vivem entre cúpulas, túneis e estruturas pressurizadas, cercados por um oceano que é ao mesmo tempo proteção e ameaça. A luz do sol não chega, o oxigênio é precioso e as distâncias entre os bairros podem ser grandes. Nesse cenário, o portal é o que mantém a cidade conectada.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PARA INSPIRAR O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783080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1030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892040" y="1929384"/>
            <a:ext cx="329184" cy="329184"/>
          </a:xfrm>
          <a:prstGeom prst="ellipse">
            <a:avLst/>
          </a:prstGeom>
          <a:solidFill>
            <a:srgbClr val="3FD8C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89204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837944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essa cidade foi construída no fundo do mar? Quem vive nela?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532888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1030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892040" y="2679192"/>
            <a:ext cx="329184" cy="329184"/>
          </a:xfrm>
          <a:prstGeom prst="ellipse">
            <a:avLst/>
          </a:prstGeom>
          <a:solidFill>
            <a:srgbClr val="3FD8C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89204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587752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habitantes se deslocam e se comunicam entre as cúpulas?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282696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1030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892040" y="3429000"/>
            <a:ext cx="329184" cy="329184"/>
          </a:xfrm>
          <a:prstGeom prst="ellipse">
            <a:avLst/>
          </a:prstGeom>
          <a:solidFill>
            <a:srgbClr val="3FD8C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489204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337560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Quais são os recursos mais valiosos e os maiores riscos do dia a dia?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4032504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1030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892040" y="4178808"/>
            <a:ext cx="329184" cy="329184"/>
          </a:xfrm>
          <a:prstGeom prst="ellipse">
            <a:avLst/>
          </a:prstGeom>
          <a:solidFill>
            <a:srgbClr val="3FD8C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489204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408736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tipo de ajuda um morador pode precisar pedir aos vizinhos?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COMUM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cinco áreas do portal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portal deve ter as cinco áreas. Conteúdo, textos, imagens e forma de apresentar ficam a critério do time, desde que conversem com o universo e com a ideia de conectar pessoas.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463040" cy="2240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91540" y="2377440"/>
            <a:ext cx="777240" cy="77724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" y="2579522"/>
            <a:ext cx="373075" cy="373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194560" y="2148840"/>
            <a:ext cx="1463040" cy="2240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2537460" y="2377440"/>
            <a:ext cx="777240" cy="77724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542" y="25795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9456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228600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Mundo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840480" y="2148840"/>
            <a:ext cx="1463040" cy="2240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4183380" y="2377440"/>
            <a:ext cx="777240" cy="77724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462" y="257952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4048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393192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Habitantes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0" y="2148840"/>
            <a:ext cx="1463040" cy="2240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5829300" y="2377440"/>
            <a:ext cx="777240" cy="77724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1382" y="2579522"/>
            <a:ext cx="373075" cy="3730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557784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Mural da Comunidade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132320" y="2148840"/>
            <a:ext cx="1463040" cy="2240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7475220" y="2377440"/>
            <a:ext cx="777240" cy="77724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7302" y="2579522"/>
            <a:ext cx="373075" cy="37307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13232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722376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 com o Portal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1920240" cy="192024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1 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97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48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 de entrada do portal. Em poucos segundos, o visitante precisa entender onde está e para que serve aquela plataforma.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2322576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9572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7408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portal e slogan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40480" y="2852928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977640" y="2980944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 visual de abertura que situe o visitante no universo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3511296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3977640" y="3639312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1246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Breve apresentação do propósito do portal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840480" y="4169664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3977640" y="4297680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4370832"/>
            <a:ext cx="146304" cy="14630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07408" y="41696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Chamadas que levem às demais áreas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1920240" cy="192024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2 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97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Mundo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48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história do universo contada pelo ponto de vista do portal. É aqui que o time constrói a narrativa que dá sentido a todo o resto.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2322576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9572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7408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esse mundo surgiu ou chegou à situação atual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40480" y="2852928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977640" y="2980944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é a vida cotidiana dos habitantes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3511296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3977640" y="3639312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1246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Regras, limitações e desafios desse lugar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840480" y="4169664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3977640" y="4297680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4370832"/>
            <a:ext cx="146304" cy="14630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07408" y="41696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um portal é necessário para conectar as pessoas ali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1920240" cy="192024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3 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97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Habitantes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48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vitrine com os moradores que fazem parte da comunidade do portal.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2322576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9572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7408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mínimo 6 perfis de habitantes fictícios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40480" y="2852928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977640" y="2980944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perfil em formato de card, com nome, imagem, função na comunidade e uma breve descrição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3511296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3977640" y="3639312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1246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variados, refletindo a diversidade de papéis daquele universo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1920240" cy="192024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4 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97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Mural da Comunidade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48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espaço em que os habitantes publicam avisos, recados, pedidos e novidades. É o coração da convivência dentro do portal.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2322576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9572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7408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mínimo 5 publicações, em ordem cronológica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40480" y="2852928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977640" y="2980944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publicação com autor (um dos habitantes), data e texto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3511296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3977640" y="3639312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1246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Publicações escritas no HTML ou geradas a partir de dados em JavaScript ou JSON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188720" y="3383280"/>
            <a:ext cx="1920240" cy="192024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365760" cy="36576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5 DE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914400" cy="91440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197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 com o Portal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48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canal para quem precisa de ajuda, quer se cadastrar ou deseja entrar em contato com a administração do portal.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TER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0" y="219456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2322576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39572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7408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com campos coerentes com o universo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840480" y="2852928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3977640" y="2980944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0540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2852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dos campos obrigatórios, com mensagens claras para o usuário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3511296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3977640" y="3639312"/>
            <a:ext cx="292608" cy="29260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712464"/>
            <a:ext cx="146304" cy="14630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407408" y="35112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de confirmação após o envio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6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CONSTRUIR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técnicos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7" y="1632387"/>
            <a:ext cx="228234" cy="2282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087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075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presente em todas as áreas, permitindo ir de qualquer página a qualquer outra.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474720" y="150876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347" y="1632387"/>
            <a:ext cx="228234" cy="2282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5087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075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portal deve funcionar bem em celular, tablet e desktop.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217920" y="150876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547" y="1632387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5087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visual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075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Paleta, tipografia, ícones e imagens coerentes com o universo e com a proposta do time.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31520" y="320040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47" y="3324027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200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do código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37673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com variáveis, blocos reaproveitáveis e um menu fácil de expandir.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3474720" y="320040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8347" y="3324027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69080" y="3200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7673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versionado no GitHub, com commits de todos os integrantes.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35040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6217920" y="3200400"/>
            <a:ext cx="475488" cy="475488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1547" y="3324027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12280" y="3200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7673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on-line (GitHub Pages ou Vercel), acessível por uma URL.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 FASE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entregar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8361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do portal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endereço do portal publicado on-line.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566160" y="16459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355" y="18361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link do repositório no GitHub.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E6F6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309360" y="16459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555" y="183611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 2 min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apresentação curta do portal para o público.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0A1C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31520" y="3913632"/>
            <a:ext cx="493776" cy="493776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902" y="4042014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7947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isso deve ser levado no dia do NEXT.</a:t>
            </a:r>
            <a:endParaRPr lang="en-US" sz="16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F60600D-0DD9-CF90-D9FF-E35E38BE74AF}"/>
              </a:ext>
            </a:extLst>
          </p:cNvPr>
          <p:cNvSpPr txBox="1"/>
          <p:nvPr/>
        </p:nvSpPr>
        <p:spPr>
          <a:xfrm rot="18588169">
            <a:off x="1479632" y="1956937"/>
            <a:ext cx="5636095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pt-BR" sz="4000" b="1">
                <a:highlight>
                  <a:srgbClr val="FFFF00"/>
                </a:highlight>
              </a:rPr>
              <a:t>PEN DRIVE / HD EXTERNO</a:t>
            </a:r>
            <a:endParaRPr lang="pt-BR" sz="40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822960"/>
            <a:ext cx="2011680" cy="201168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503920" y="4206240"/>
            <a:ext cx="731520" cy="731520"/>
          </a:xfrm>
          <a:prstGeom prst="ellipse">
            <a:avLst/>
          </a:prstGeom>
          <a:solidFill>
            <a:srgbClr val="3FD8CF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NEXT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será o dia da Arena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468880"/>
            <a:ext cx="6227064" cy="0"/>
          </a:xfrm>
          <a:prstGeom prst="line">
            <a:avLst/>
          </a:prstGeom>
          <a:noFill/>
          <a:ln w="25400">
            <a:solidFill>
              <a:srgbClr val="0E8C99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475" y="22933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 até 2 min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time apresenta seu portal, exibido nos telões.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72968" y="2103120"/>
            <a:ext cx="731520" cy="731520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163" y="229331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24328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DROP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624328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 de 15 min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2670048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desafio inédito é lançado ao vivo, com o processo transmitido ao público.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248656" y="21031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851" y="22933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00016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Interação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700016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o desafio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4745736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público acompanha e avalia os resultados.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324344" y="2103120"/>
            <a:ext cx="731520" cy="731520"/>
          </a:xfrm>
          <a:prstGeom prst="ellipse">
            <a:avLst/>
          </a:prstGeom>
          <a:solidFill>
            <a:srgbClr val="0E8C9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4539" y="229331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75704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Votação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775704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6821424" y="36758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público vota pelo QR Code e define o ranking dos times.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474720" cy="3474720"/>
          </a:xfrm>
          <a:prstGeom prst="ellipse">
            <a:avLst/>
          </a:prstGeom>
          <a:solidFill>
            <a:srgbClr val="0E8C99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5120640" y="3474720"/>
            <a:ext cx="640080" cy="640080"/>
          </a:xfrm>
          <a:prstGeom prst="ellipse">
            <a:avLst/>
          </a:prstGeom>
          <a:solidFill>
            <a:srgbClr val="3FD8CF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863840" y="3840480"/>
            <a:ext cx="365760" cy="365760"/>
          </a:xfrm>
          <a:prstGeom prst="ellipse">
            <a:avLst/>
          </a:prstGeom>
          <a:solidFill>
            <a:srgbClr val="3FD8CF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sólido, organizado e bem pensado estiver o Portal Base, mais preparado o time estará para o que vem no dia.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 CODE ARENA  |  ATLÄNTIDA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3" ma:contentTypeDescription="Crie um novo documento." ma:contentTypeScope="" ma:versionID="c0da11aa728fd7d793331dfda742504b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7d81044955a1548d1df730bc673295ae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16" nillable="true" ma:displayName="Notebook Type" ma:internalName="NotebookType">
      <xsd:simpleType>
        <xsd:restriction base="dms:Text"/>
      </xsd:simpleType>
    </xsd:element>
    <xsd:element name="FolderType" ma:index="17" nillable="true" ma:displayName="Folder Type" ma:internalName="FolderType">
      <xsd:simpleType>
        <xsd:restriction base="dms:Text"/>
      </xsd:simpleType>
    </xsd:element>
    <xsd:element name="CultureName" ma:index="18" nillable="true" ma:displayName="Culture Name" ma:internalName="CultureName">
      <xsd:simpleType>
        <xsd:restriction base="dms:Text"/>
      </xsd:simpleType>
    </xsd:element>
    <xsd:element name="AppVersion" ma:index="19" nillable="true" ma:displayName="App Version" ma:internalName="AppVersion">
      <xsd:simpleType>
        <xsd:restriction base="dms:Text"/>
      </xsd:simpleType>
    </xsd:element>
    <xsd:element name="TeamsChannelId" ma:index="20" nillable="true" ma:displayName="Teams Channel Id" ma:internalName="TeamsChannelId">
      <xsd:simpleType>
        <xsd:restriction base="dms:Text"/>
      </xsd:simpleType>
    </xsd:element>
    <xsd:element name="Owner" ma:index="2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2" nillable="true" ma:displayName="Math Settings" ma:internalName="Math_Settings">
      <xsd:simpleType>
        <xsd:restriction base="dms:Text"/>
      </xsd:simpleType>
    </xsd:element>
    <xsd:element name="DefaultSectionNames" ma:index="23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4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9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0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1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2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3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4" nillable="true" ma:displayName="Is Collaboration Space Locked" ma:internalName="Is_Collaboration_Space_Locked">
      <xsd:simpleType>
        <xsd:restriction base="dms:Boolean"/>
      </xsd:simpleType>
    </xsd:element>
    <xsd:element name="IsNotebookLocked" ma:index="35" nillable="true" ma:displayName="Is Notebook Locked" ma:internalName="IsNotebookLocked">
      <xsd:simpleType>
        <xsd:restriction base="dms:Boolean"/>
      </xsd:simpleType>
    </xsd:element>
    <xsd:element name="Teams_Channel_Section_Location" ma:index="36" nillable="true" ma:displayName="Teams Channel Section Location" ma:internalName="Teams_Channel_Section_Location">
      <xsd:simpleType>
        <xsd:restriction base="dms:Text"/>
      </xsd:simpleType>
    </xsd:element>
    <xsd:element name="lcf76f155ced4ddcb4097134ff3c332f" ma:index="38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4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9" nillable="true" ma:displayName="Taxonomy Catch All Column" ma:hidden="true" ma:list="{21be21f2-d5be-4bbd-83d6-b420061170d5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lcf76f155ced4ddcb4097134ff3c332f xmlns="3b47981c-61e2-4894-9b95-d78484a6277d">
      <Terms xmlns="http://schemas.microsoft.com/office/infopath/2007/PartnerControls"/>
    </lcf76f155ced4ddcb4097134ff3c332f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TaxCatchAll xmlns="b466e2c2-c6c4-42b9-a506-879fde1702df" xsi:nil="true"/>
    <Invited_Students xmlns="3b47981c-61e2-4894-9b95-d78484a627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4BC17E-8B76-4588-9470-D1847E4AD5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47981c-61e2-4894-9b95-d78484a6277d"/>
    <ds:schemaRef ds:uri="b466e2c2-c6c4-42b9-a506-879fde1702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C0D459-4E86-45AE-AE78-05542FBCF420}">
  <ds:schemaRefs>
    <ds:schemaRef ds:uri="http://schemas.microsoft.com/office/2006/metadata/properties"/>
    <ds:schemaRef ds:uri="http://schemas.microsoft.com/office/infopath/2007/PartnerControls"/>
    <ds:schemaRef ds:uri="3b47981c-61e2-4894-9b95-d78484a6277d"/>
    <ds:schemaRef ds:uri="b466e2c2-c6c4-42b9-a506-879fde1702df"/>
  </ds:schemaRefs>
</ds:datastoreItem>
</file>

<file path=customXml/itemProps3.xml><?xml version="1.0" encoding="utf-8"?>
<ds:datastoreItem xmlns:ds="http://schemas.openxmlformats.org/officeDocument/2006/customXml" ds:itemID="{93E6DA7D-E6B8-4F8F-BB8F-D93DC6F224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996</Words>
  <Application>Microsoft Office PowerPoint</Application>
  <PresentationFormat>On-screen Show (16:9)</PresentationFormat>
  <Paragraphs>138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VR CODE ARENA - ATLÄNTIDA - Fase 1: Portal Base</dc:title>
  <dc:subject>PptxGenJS Presentation</dc:subject>
  <dc:creator>PptxGenJS</dc:creator>
  <cp:lastModifiedBy>Bruno M Alencar</cp:lastModifiedBy>
  <cp:revision>4</cp:revision>
  <dcterms:created xsi:type="dcterms:W3CDTF">2026-09-29T21:18:46Z</dcterms:created>
  <dcterms:modified xsi:type="dcterms:W3CDTF">2026-09-29T22:37:00Z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  <property fmtid="{D5CDD505-2E9C-101B-9397-08002B2CF9AE}" pid="3" name="MediaServiceImageTags">
    <vt:lpwstr/>
  </property>
</Properties>
</file>